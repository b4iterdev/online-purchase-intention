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The Problem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Dataset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End-to-End Preprocessing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Benchmark Results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Visual Comparison &amp; 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ROC and PR Discrimination Curves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Confusion Matrix Breakdown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Feature Importance &amp; Explainability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Conclusion &amp; Recommendations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Purchase Intention Prediction</dc:title>
  <dc:subject>PptxGenJS Presentation</dc:subject>
  <dc:creator>Created by Marp</dc:creator>
  <cp:lastModifiedBy>Created by Marp</cp:lastModifiedBy>
  <cp:revision>1</cp:revision>
  <dcterms:created xsi:type="dcterms:W3CDTF">2026-10-22T03:52:03Z</dcterms:created>
  <dcterms:modified xsi:type="dcterms:W3CDTF">2026-10-22T03:52:03Z</dcterms:modified>
</cp:coreProperties>
</file>