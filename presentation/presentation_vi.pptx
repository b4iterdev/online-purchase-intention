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Trang Tiêu Đề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Bài Toán Thực Tiễn Trong Thương Mại Điện Tử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Bản Chất Dữ Liệu &amp; Khám Phá EDA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Thiết Kế Pipeline Tiền Xử Lý Dữ Liệu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Bảng Kết Quả Đánh Giá Tổng Hợp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So Sánh Trực Quan Đa Chỉ Số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Phân Tích Đường Cong ROC &amp; Precision-Recall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Đánh Đổi Thực Tế Trên Ma Trận Nhầm Lẫn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Giải Thích Tầm Quan Trọng Đặc Trưng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Kết Luận &amp; Khuyến Nghị Ứng Dụng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Dự Đoán Ý Định Mua Hàng Trực Tuyến</dc:title>
  <dc:subject>PptxGenJS Presentation</dc:subject>
  <dc:creator>Created by Marp</dc:creator>
  <cp:lastModifiedBy>Created by Marp</cp:lastModifiedBy>
  <cp:revision>1</cp:revision>
  <dcterms:created xsi:type="dcterms:W3CDTF">2026-10-22T10:23:03Z</dcterms:created>
  <dcterms:modified xsi:type="dcterms:W3CDTF">2026-10-22T10:23:03Z</dcterms:modified>
</cp:coreProperties>
</file>